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49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Ziv33/WebComputationalGrap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2C3A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9509760" y="914400"/>
            <a:ext cx="1559052" cy="850392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1764792"/>
            <a:ext cx="1559052" cy="1275588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914400"/>
            <a:ext cx="1700784" cy="1062990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068812" y="1977390"/>
            <a:ext cx="1700784" cy="1062990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69596" y="1977390"/>
            <a:ext cx="914" cy="1913382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934956" y="3040380"/>
            <a:ext cx="1133856" cy="1133856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82201" y="1637233"/>
            <a:ext cx="255118" cy="25511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41253" y="786841"/>
            <a:ext cx="255118" cy="25511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41253" y="2912821"/>
            <a:ext cx="255118" cy="25511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42037" y="1849831"/>
            <a:ext cx="255118" cy="25511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42037" y="3763213"/>
            <a:ext cx="255118" cy="25511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07397" y="4046677"/>
            <a:ext cx="255118" cy="25511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052560" y="4206240"/>
            <a:ext cx="1106424" cy="603504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4809744"/>
            <a:ext cx="1106424" cy="905256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58984" y="4206240"/>
            <a:ext cx="1207008" cy="75438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158984" y="4960620"/>
            <a:ext cx="1207008" cy="75438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65992" y="4960620"/>
            <a:ext cx="914" cy="1357884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354312" y="5715000"/>
            <a:ext cx="804672" cy="804672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2034" y="4719218"/>
            <a:ext cx="181051" cy="181051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68458" y="4115714"/>
            <a:ext cx="181051" cy="181051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68458" y="5624474"/>
            <a:ext cx="181051" cy="181051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75466" y="4870094"/>
            <a:ext cx="181051" cy="181051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75466" y="6227978"/>
            <a:ext cx="181051" cy="181051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3786" y="6429146"/>
            <a:ext cx="181051" cy="181051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PROGRAMMING (83677)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25146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Computational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822960" y="4343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 publisher/subscriber engine for building, executing, and visualizing computational graphs — with a live web dashboard.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2960" y="5349240"/>
            <a:ext cx="20116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 Chaba (326681285)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zivchaba1000@gmail.com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5833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Bar-Ilan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builds a modular system that combines design patterns, HTTP server, and a publisher/subscriber architecture to construct, execute, and visualize complex computational graphs — progressing from foundational exercises into one fully integrated 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5960" y="33604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ptx_work/build/icons/FaPuzzlePi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270" y="355473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4709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Observer, Decorator, Active Object, Singleton, Strategy, and Flyweight applied to real problems.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30632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33604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ptx_work/build/icons/Fa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355473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&amp; Servlets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09160" y="4709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generic, thread-pooled server with custom routing — built from sockets up.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30632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64040" y="33604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ptx_work/build/icons/FaProject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350" y="355473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/ Subscriber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58200" y="4709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agents that communicate only through named topics, forming a live computational graph.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· MVC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58991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8991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78063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8063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97135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97135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0" descr="/home/claude/pptx_work/build/icons/Fa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5681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63624" y="179222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Event-Driven State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63624" y="210312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communication channels (Topic), the registry (TopicManagerSingleton), and the payload container (Message).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3246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pptx_work/build/icons/Fa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37413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63624" y="320954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Agents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63624" y="352044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Agent interface and its subclasses — BinOpAgent, PlusAgent, MulAgent, IncAgent, TextMergeAgent — to run calculations in the background.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2960" y="46634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ptx_work/build/icons/Fa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7914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63624" y="462686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Topology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563624" y="493776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and validates the processing network using the Graph and Node classes, checking for cycle deadlocks before execution.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· MVC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58991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8991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78063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8063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97135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97135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0" descr="/home/claude/pptx_work/build/icons/Fa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396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63624" y="197510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Renderer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63624" y="228600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HtmlGraphWriter compiles logical graphs into HTML, translating topology and live state into a visual canvas.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36118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pptx_work/build/icons/Fa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3989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63624" y="357530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63624" y="388620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html_files/ directory (index.html, form.html, graph.html) renders the graph with Vis.js, displays live topic values, and reconstructs the underlying algebraic formula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· MVC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Controller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58991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8991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78063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8063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97135" y="566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97135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0" descr="/home/claude/pptx_work/build/icons/FaNetworkW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63624" y="174650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Network Server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63624" y="205740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concurrent, thread-pool-backed server (MyHTTPServer) with a stream decoder (RequestParser) that parses requests into structured RequestInfo objects.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563624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Routing Handlers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28803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/home/claude/pptx_work/build/icons/Fa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00837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63624" y="32004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network sessions from routing, dispatching client actions using longest-prefix matching to custom controllers: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2960" y="3977640"/>
            <a:ext cx="3319272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051560" y="4206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2" descr="/home/claude/pptx_work/build/icons/FaFileUp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3434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489204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ConfLoader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097280" y="52120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parses, bootstraps, and unloads configurations.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325112" y="3977640"/>
            <a:ext cx="3319272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53712" y="4206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3" descr="/home/claude/pptx_work/build/icons/Fa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3434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599432" y="489204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TopicDisplayer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4599432" y="52120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JSON API endpoints and supports zero-flicker client polling.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827264" y="3977640"/>
            <a:ext cx="3319272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055864" y="4206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4" descr="/home/claude/pptx_work/build/icons/FaFile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43434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101584" y="489204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HtmlLoader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8101584" y="52120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static view assets securely from disk.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" y="19202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build/icons/FaFile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configuration file and watch the graph render instantly.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" y="29718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x_work/build/icons/Fa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09981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971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message to any topic and see the graph update live.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95528" y="40233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ptx_work/build/icons/Fa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15137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4023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table refreshes automatically as the graph runs.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784848" y="795528"/>
            <a:ext cx="3642050" cy="4901184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203200" dist="63500" dir="5400000" algn="bl" rotWithShape="0">
              <a:srgbClr val="1B2140">
                <a:alpha val="12000"/>
              </a:srgbClr>
            </a:outerShdw>
          </a:effectLst>
        </p:spPr>
      </p:sp>
      <p:pic>
        <p:nvPicPr>
          <p:cNvPr id="15" name="Image 3" descr="/home/claude/pptx_work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960120"/>
            <a:ext cx="33128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/home/claude/pptx_work/build/icons/Fa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1717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933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TextMergeAgent Integration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83080" y="235915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non-mathematical agent that merges mixed text and numbers.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73736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/home/claude/pptx_work/build/icons/FaSync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21717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933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Formula Reconstruction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269480" y="235915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graph automatically traverses active nodes to reconstruct the algebraic equation.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74904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023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/home/claude/pptx_work/build/icons/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41833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0050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Zero-Flicker Web Polling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83080" y="437083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client-side, DOM-diffing polling script updates only modified cells to prevent screen flicker.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26480" y="374904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023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/home/claude/pptx_work/build/icons/FaShield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41833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0050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Resets &amp; Safe Rollbacks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269480" y="437083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state resets and robust rollback safeguards on invalid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build/icons/FaDrafting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568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3624" y="179222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63624" y="210312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understanding of SOLID and GRASP principles, alongside MVC and MVVM architectures, for building maintainable applications.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build/icons/Fa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455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63624" y="298094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Proficiency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63624" y="329184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Java development skills, with a focus on data structures, file handling, and network communication.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42062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x_work/build/icons/Fa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3342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63624" y="416966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Scalability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63624" y="448056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building robust, scalable RESTful services.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" y="5394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x_work/build/icons/FaGraduationC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52297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63624" y="5358384"/>
            <a:ext cx="950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Readiness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63624" y="5669280"/>
            <a:ext cx="9500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versatile skill set carried forward into professional software development.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3A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548640" y="822960"/>
            <a:ext cx="1307592" cy="713232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36192"/>
            <a:ext cx="1307592" cy="1069848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6232" y="822960"/>
            <a:ext cx="1426464" cy="891540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856232" y="1714500"/>
            <a:ext cx="1426464" cy="891540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82696" y="1714500"/>
            <a:ext cx="914" cy="1604772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05256" y="2606040"/>
            <a:ext cx="950976" cy="950976"/>
          </a:xfrm>
          <a:prstGeom prst="line">
            <a:avLst/>
          </a:prstGeom>
          <a:noFill/>
          <a:ln w="15875">
            <a:solidFill>
              <a:srgbClr val="4451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55" y="1429207"/>
            <a:ext cx="213970" cy="21397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9247" y="715975"/>
            <a:ext cx="213970" cy="21397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49247" y="2499055"/>
            <a:ext cx="213970" cy="21397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5711" y="1607515"/>
            <a:ext cx="213970" cy="21397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5711" y="3212287"/>
            <a:ext cx="213970" cy="21397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8271" y="3450031"/>
            <a:ext cx="213970" cy="21397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57200" y="4572000"/>
            <a:ext cx="1005840" cy="54864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120640"/>
            <a:ext cx="1005840" cy="82296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4572000"/>
            <a:ext cx="1097280" cy="68580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463040" y="5257800"/>
            <a:ext cx="1097280" cy="68580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5257800"/>
            <a:ext cx="914" cy="123444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31520" y="5943600"/>
            <a:ext cx="731520" cy="731520"/>
          </a:xfrm>
          <a:prstGeom prst="line">
            <a:avLst/>
          </a:prstGeom>
          <a:noFill/>
          <a:ln w="15875">
            <a:solidFill>
              <a:srgbClr val="3B47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" y="5038344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0744" y="4489704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0744" y="5861304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78024" y="5175504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78024" y="6409944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6592824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25146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67248" y="4206240"/>
            <a:ext cx="457200" cy="457200"/>
          </a:xfrm>
          <a:prstGeom prst="ellipse">
            <a:avLst/>
          </a:prstGeom>
          <a:solidFill>
            <a:srgbClr val="2C3A7A"/>
          </a:solidFill>
          <a:ln/>
        </p:spPr>
      </p:sp>
      <p:pic>
        <p:nvPicPr>
          <p:cNvPr id="30" name="Image 0" descr="/home/claude/pptx_work/build/icons/Fa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548" y="4320540"/>
            <a:ext cx="228600" cy="228600"/>
          </a:xfrm>
          <a:prstGeom prst="rect">
            <a:avLst/>
          </a:prstGeom>
        </p:spPr>
      </p:pic>
      <p:sp>
        <p:nvSpPr>
          <p:cNvPr id="31" name="Text 28">
            <a:hlinkClick r:id="rId4"/>
          </p:cNvPr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github.com/Ziv33/WebComputationalGraph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597</Words>
  <Application>Microsoft Office PowerPoint</Application>
  <PresentationFormat>מסך רחב</PresentationFormat>
  <Paragraphs>94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Computational Graph</dc:title>
  <dc:subject>PptxGenJS Presentation</dc:subject>
  <dc:creator>Ziv</dc:creator>
  <cp:lastModifiedBy>Ziv Chaba</cp:lastModifiedBy>
  <cp:revision>8</cp:revision>
  <dcterms:created xsi:type="dcterms:W3CDTF">2026-07-02T11:59:45Z</dcterms:created>
  <dcterms:modified xsi:type="dcterms:W3CDTF">2026-07-02T14:31:33Z</dcterms:modified>
</cp:coreProperties>
</file>